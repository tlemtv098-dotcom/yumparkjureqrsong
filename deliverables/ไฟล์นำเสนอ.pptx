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https://yumpakjure.onrender.com/&lt;br/&gt;นายสุภวัฒน์ จันไพจิตร | 671320101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ควบคุมสิทธิ์ด้วยเดคคอเรเตอร์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PostgreSQL (Neon) ในการใช้งานจริง SQLite สำหรับพัฒนาในเครื่อง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386 เคส แยก 25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386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ฐานข้อมูลการใช้งานจริงย้ายไป PostgreSQL (Neon) แล้ว — ข้อมูลคงอยู่ข้ามการ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ของการใช้งานจริงตั้งเป็นตัวแปรสภาพแวดล้อมแล้ว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บนแดชบอร์ดเชื่อมต่อแล้วผ่าน window.print()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12345678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