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https://yumpakjure.onrender.com/&lt;br/&gt;สุภวัฒน์ จันไพิตร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247 เคส แยก 9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247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11111111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