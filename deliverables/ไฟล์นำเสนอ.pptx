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https://yumpakjure.onrender.com/&lt;br/&gt;สุภวัฒน์ จันไพจิตร | 671320101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ควบคุมสิทธิ์ด้วยมัฤติศาสตร์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รองรับการสลับเป็นฐานข้อมูลภายนอกผ่าน DATABASE_URL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314 เคส แยก 17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314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บนดิสก์ชั่วคราว — ข้อมูลหายทุกครั้งที่ deploy 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เป็นค่าสำรองในโค้ด ต้องตั้งเป็นตัวแปรสภาพแวดล้อม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บนแดชบอร์ดยังไม่ได้เชื่อมต่อ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12345678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