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https://yumpakjure.onrender.com/&lt;br/&gt;นายสุภวัฒน์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386 เคส แยก 25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386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